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se cierra el entregable de la semana — el diagrama 1D del lunes + el 2D de hoy, todo en un solo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rápido — si alguien faltó el lunes, esto le da lo mínimo para seguir la clase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desde ya que hoy se sube todo a GitHub — genera el empujón para llegar con el diagrama 1D del lunes ya listo.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Dejarlos especular antes de pasar de diapositiva — muchos van a llegar solos a 'varias filas'.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lo que respondieron antes de mostrar la cuadrícula formal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de tres en raya es más intuitivo que 'matriz' para alguien sin base — usarlo como ancla antes de dar el término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perfecto con la clase del lunes: el mismo truco de 'dirección = base + offset × tamaño', solo que el offset ahora se calcula con fila y columna.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la palabra 'anidado' si no ha salido antes — basta con 'un ciclo dentro de otro'. Esto es el pseudocódigo que muchos van a usar en su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suele ser el 'aha' de la clase — que algo tan cotidiano como una foto sea, literal y exactamente, la estructura que acaban de aprender.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vivo compartiendo pantalla — el paso 5 es literalmente la entrega, así que dales tiempo real para subir el commit antes de cerrar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cierre real de la misión de arreglos — confirmar en Google Chat quién ya subió antes de que se vayan.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mencionando que la próxima semana ya cierra la Unidad 1 — buen momento para revisar quién va atrasado con las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Confirmar en Google Chat el estado de las entregas antes de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SD1004 · ESTRUCTURA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</a:t>
            </a:r>
            <a:pPr indent="0" marL="0">
              <a:buNone/>
            </a:pPr>
            <a:r>
              <a:rPr lang="en-US" sz="5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Filas, columnas, y por qué siguen siendo — en el fondo — igual de simples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4434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51392" y="4434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5139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81744" y="4434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81744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0" y="49651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51392" y="49651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51392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1744" y="49651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81744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 · Semana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nos quedó de arreglos 1D?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9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0116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657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arr[3] → O(1), un salto directo.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14400" y="42519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B078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O(n), o binaria O(log n) si está ordenado.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14400" y="48463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4846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al final, O(n) en medio.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le agregamos una dimensión más — literalmente.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Filas, columnas,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cómo recorrerlas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hoy cierras y subes tu entregable completo de la semana.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768096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148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 [i] a [fila][columna]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68096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8920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Cómo se guarda en memoria de verdad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768096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6692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Entregable final — vale 12% del primer corte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ANTES DE EXPLICAR NADA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guardarías un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de tres en raya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lo que ya sabes?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1D solo tiene una fila de casillas... 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95360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53144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10928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092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0" y="302666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53144" y="302666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53144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10928" y="302666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358444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53144" y="358444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0928" y="358444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1092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</a:t>
            </a:r>
            <a:pPr indent="0" marL="0">
              <a:buNone/>
            </a:pPr>
            <a:r>
              <a:rPr lang="en-US" sz="40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 de arreglos.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es, en sí misma, un arreglo 1D que ya conoces.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casilla necesita DOS índices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y columna — [fila][columna]. Igual que en tus casillas de siempre, pero ahora en dos direcciones.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76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39112" y="2176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2176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46888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39112" y="246888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246888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9504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19272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331927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9112" y="331927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A6B3C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39112" y="33192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89504" y="331927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69664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966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41696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39112" y="416966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9504" y="416966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89504" y="41696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→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Columna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743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"X" del centro está en [1][1]: fila 1, columna 1 (recuerda: empezamos en 0).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2D no es más que un arreglo... de arreglos. Cada fila es, en sí misma, un arreglo 1D.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DEL DIAGRAMA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RAM no tiene filas ni columnas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es una sola fila larga. Un arreglo 2D se "aplana": fila por fila, una detrás de la otra.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36192" y="22402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3619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57984" y="22402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5798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8620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36192" y="28620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36192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57984" y="28620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3949AB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57984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48386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36192" y="348386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36192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57984" y="348386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57984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así, en línea recta 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536192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36192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157984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57984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779776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79776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401568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0156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023360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949AB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233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645152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45152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266944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66944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888736" y="4206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88736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" y="4828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779776" y="4828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645152" y="4828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2578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2578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"6" está en [1][2]. Su posición real en la fila aplanada: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(fila × columnas) + columna = (1×3)+2 = 5.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Misma idea del arreglo 1D, con un paso extra.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MÁS USADA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Recorrer todas las casillas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por fila, y dentro de cada fila, columna por columna — como leer un libro.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19456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39112" y="219456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9112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89504" y="219456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9504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04495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044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39112" y="304495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39112" y="3044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9504" y="3044952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9504" y="3044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389534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8953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39112" y="389534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39112" y="38953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89504" y="3895344"/>
            <a:ext cx="777240" cy="777240"/>
          </a:xfrm>
          <a:prstGeom prst="roundRect">
            <a:avLst>
              <a:gd name="adj" fmla="val 5882"/>
            </a:avLst>
          </a:prstGeom>
          <a:solidFill>
            <a:srgbClr val="153E28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9504" y="38953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468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muestran el orden de visita: primero toda la fila 0 (izquierda a derecha), luego toda la fila 1, luego la fila 2.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153E2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pseudocódigo: "para cada fila, para cada columna dentro de esa fila, visita la casilla". Dos ciclos, uno dentro del otro — por eso recorrer un arreglo 2D completo es O(filas × columnas).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QUE VUELA LA CABEZA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imagen digital ES un arreglo 2D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32888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2384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51376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2384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1376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90872" y="245973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3896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2888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72384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51376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0872" y="29992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3896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93392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32888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2384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51376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90872" y="35387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53896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93392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2888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72384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11880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51376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872" y="407822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53896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2888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72384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51376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90872" y="46177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53896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93392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32888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72384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11880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51376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90872" y="515721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3896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93392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32888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72384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11880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8B57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51376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90872" y="569671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8FBFA0"/>
          </a:solidFill>
          <a:ln w="15240">
            <a:solidFill>
              <a:srgbClr val="153E2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760720" y="2103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cuadrito es un pixel. Cada pixel vive en una posición [fila][columna] y guarda un color.</a:t>
            </a:r>
            <a:endParaRPr lang="en-US" sz="1700" dirty="0"/>
          </a:p>
        </p:txBody>
      </p:sp>
      <p:sp>
        <p:nvSpPr>
          <p:cNvPr id="69" name="Text 67"/>
          <p:cNvSpPr txBox="1"/>
          <p:nvPr/>
        </p:nvSpPr>
        <p:spPr>
          <a:xfrm>
            <a:off x="5760720" y="32004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 tu celular de 1080 x 1920 pixeles es literalmente un arreglo 2D con más de 2 millones de casillas — cada una con su color.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 tu diagrama 2D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019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mismo archivo de draw.io o Excalidraw de la clase pasada.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0662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una cuadrícula de 3x3 (o más) con valores que tú elijas.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529584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112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una casilla y escribe sus dos índices: [fila][columna].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34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159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las flechas del recorrido completo (fila por fila).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138928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20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todo y sube el diagrama 1D + 2D + pseudocódigo a tu repositorio de GitHub.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B07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FINAL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diagrama de arreglos — completo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arreglo 1D del lunes: acceso, búsqueda e inserción marcados.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44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arreglo 2D de hoy: indexado como [fila][columna], con su recorrido dibujado.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2160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(en español) de UNA operación — 1D o 2D, tú eliges.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primer corte.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Sube todo al mismo repositorio de GitHub que ya tienes — el link va en Google Chat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mismo, al terminar la clase.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TERMINAR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03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arreglos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primer corte — debe quedar subido a GitHub hoy mismo.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5760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5204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semana: Recursividad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9319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Cerramos la Unidad 1 — una función que se llama a sí misma. El último tema antes del primer SICAU.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9377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SICAU — Semana 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3492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 12 de septiembre: quiz de cierre de la Unidad 1 (30% del corte).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
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hoy en </a:t>
            </a:r>
            <a:pPr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cuadrícula.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I.U. Pascual Bravo · SD1004 Estructura de Datos · Juan Duque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78240" y="26517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4312" y="26517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2278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54312" y="322783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A020"/>
          </a:solidFill>
          <a:ln w="1524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2026-08-31T19:50:09Z</dcterms:created>
  <dcterms:modified xsi:type="dcterms:W3CDTF">2026-08-31T19:50:09Z</dcterms:modified>
</cp:coreProperties>
</file>